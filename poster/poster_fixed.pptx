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  <p:pic>
        <p:nvPicPr>
          <p:cNvPr id="86" name="Picture 85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36345172"/>
            <a:ext cx="2011680" cy="20116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751680" y="36345172"/>
            <a:ext cx="856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5394"/>
                </a:solidFill>
              </a:rPr>
              <a:t>Code, data &amp; full report</a:t>
            </a:r>
          </a:p>
          <a:p>
            <a:r>
              <a:rPr sz="1100">
                <a:solidFill>
                  <a:srgbClr val="404040"/>
                </a:solidFill>
              </a:rPr>
              <a:t>github.com/mustafa99705/-adrl-sac-her-fetchreach</a:t>
            </a:r>
          </a:p>
        </p:txBody>
      </p:sp>
      <p:pic>
        <p:nvPicPr>
          <p:cNvPr id="89" name="Picture 88" descr="fig6_push_ablation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51200" y="32071573"/>
            <a:ext cx="14000000" cy="9000000"/>
          </a:xfrm>
          <a:prstGeom prst="rect">
            <a:avLst/>
          </a:prstGeom>
        </p:spPr>
      </p:pic>
      <p:pic>
        <p:nvPicPr>
          <p:cNvPr id="90" name="Picture 89" descr="sim_combin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0000" y="26123300"/>
            <a:ext cx="9967710" cy="5300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0000" y="38556852"/>
            <a:ext cx="109842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5394"/>
                </a:solidFill>
              </a:rPr>
              <a:t>References</a:t>
            </a:r>
          </a:p>
          <a:p>
            <a:r>
              <a:rPr sz="1100">
                <a:solidFill>
                  <a:srgbClr val="404040"/>
                </a:solidFill>
              </a:rPr>
              <a:t>Andrychowicz et al., Hindsight Experience Replay, NeurIPS 2017</a:t>
            </a:r>
          </a:p>
          <a:p>
            <a:r>
              <a:rPr sz="1100">
                <a:solidFill>
                  <a:srgbClr val="404040"/>
                </a:solidFill>
              </a:rPr>
              <a:t>Haarnoja et al., Soft Actor-Critic, ICML 2018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